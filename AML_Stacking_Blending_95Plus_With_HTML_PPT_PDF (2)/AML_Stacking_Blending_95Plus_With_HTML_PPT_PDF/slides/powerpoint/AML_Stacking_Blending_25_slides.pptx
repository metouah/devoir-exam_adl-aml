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Stacking et Blending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 : comprendre, implémenter et évaluer les ensembles par méta-apprentissage.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Livrables : mini-site, notebooks Colab, code Python, PowerPoint HTML/CSS, PPTX et PDF.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1/25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pédagogiques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 chapitre doit prouver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Présenter le stacking comme méta-apprentissage.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Maîtriser Out-of-Fold pour éviter la fuite.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Différencier stacking et blending.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Relier AML à la régularisation neuronale.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du cours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l’intuition à l’expérimentation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 et limites du voting.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base learners + meta-learner.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OOF, blending, mathématiques et pseudo-code.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Implémentations, Wine Quality, 30 seeds et bonnes pratiques.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les ensembles 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Réduire l’erreur de généralisation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réduit la variance.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réduit le biais progressivement.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Voting combine par règle fixe.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 apprend une règle de combinaison.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Limites du vote majoritaire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voting est simple mais rigide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voting ignore la confiance.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voting dépend de la calibration.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stacking apprend comment exploiter les modèles.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combinaison devient adaptative.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Stacking : intuition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Apprendre à combiner les modèles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prédictions deviennent des variables.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meta-learner apprend sur la matrice Z.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prédiction finale est ŷ = g(Z).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L’objectif est la complémentarité.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à deux niveaux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learners + meta-learner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0 : LogReg, SVM, KNN, RF, GB, XGB, LightGBM.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1 : LogReg régularisée, RF, XGBoost ou LightGBM.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diversité des erreurs est essentielle.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Out-of-Fold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clé anti-fuite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chaque fold, le modèle est entraîné sans ce fold.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prédit uniquement le fold laissé de côté.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ligne de Z_train est donc propre.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C’est la condition scientifique du stacking.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leakage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L’erreur critique du stacking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Prédictions in-sample = score trop optimiste.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meta-learner apprend une mémorisation.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: OOF strict + pipelines.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preprocessing doit rester dans la validation.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Contenu mathématique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Formules minimales exigées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Z[i,j] = h_j^(-k)(x_i).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Z[i,j,c] = P_j(y=c | x_i).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g(Z).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g* = argmin Σ L(y_i, g(Z_i)) + λΩ(g).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Pseudo-code OOF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Procédure reproductible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Initialiser Z.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chaque modèle et chaque fold : entraîner sur K-1 folds.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Prédire le fold laissé de côté.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Entraîner g sur Z puis réentraîner les base learners.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Blending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Variante hold-out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D_train = D_base ∪ D_blend.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learners entraînés sur D_base.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Meta-learner entraîné sur les prédictions de D_blend.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simple, mais plus dépendant du split.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Stacking vs Blending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Comparaison centrale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 : KFold OOF, robuste, utilise mieux les données.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Blending : hold-out, simple, rapide.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un rapport strict, stacking OOF est la méthode centrale.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voting et stacking probabiliste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predict_proba donne un signal riche.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les modèles ne sont pas toujours calibrés.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mauvaise calibration peut biaiser le meta-learner.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 et calibration doivent être discutés.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Implémentation maison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CustomStackingClassifier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StratifiedKFold pour les OOF.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clone() pour éviter la contamination.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oof_meta_features_ pour inspecter Z.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fit, transform, predict, predict_proba.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15/25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Bibliothèques de production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 et mlxtend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StackingClassifier : intégration scikit-learn.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StackingCVClassifier : niveau 2 via cross-validation.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Pipelines pour éviter la fuite.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n_jobs pour accélérer.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Expérience principale + validation secondaire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 UCI : dataset principal demandé.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Pima Indians Diabetes : dataset secondaire.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Breast Cancer Wisconsin : fallback offline.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: vérifier la robustesse du protocole.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Protocole expérimental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Comparaison équitable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train/test stratifié.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 dans Pipeline.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Mêmes splits et mêmes métriques.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Comparaison systématique des familles de modèles.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18/25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Modèles comparés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Single vs Voting vs Stacking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Single : LR, SVM, KNN, RF, GB, XGB, LGBM.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Voting : Hard et Soft.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 : custom, sklearn, mlxtend.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Blending : custom hold-out.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19/25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Métriques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Performance, robustesse et coût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: score global.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macro : métrique principale.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 : qualité probabiliste.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Temps : coût pratique.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20/25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Stabilité sur 30 seeds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la conclusion chanceuse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moyenne, écart-type, min et max.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Boxplots pour visualiser la dispersion.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bon modèle est performant et stable.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blending peut dépendre fortement du split.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21/25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Pont AML × ADL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 et régularisation neuronale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 : ensemble explicite de modèles.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 : ensemble implicite de sous-réseaux.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Dropout : estimation d’incertitude.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smoothing : calibration.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22/25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Pièges et bonnes pratiques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qu’il faut éviter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Fuite de données.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learners trop similaires.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Meta-learner trop complexe.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Probabilités mal calibrées.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9808" y="445312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3982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Absence d’étude de stabilité.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23/25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Livrables officiels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contient le projet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Mini-site HTML multi-pages.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Notebooks Colab exécutables.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Python clean.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 académique et questions professeur.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9808" y="445312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3982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HTML/CSS, PPTX et PDF.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24/25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6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82296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291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Paire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75895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final à défendre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379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stacking est puissant seulement s’il est construit sans fuite.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253288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4780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doit être comparé aux baselines.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3172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stabilité sur 30 seeds est indispensable.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blending est une variante comparative, pas le cœur du devoir.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Meta-learning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 Quality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5897880"/>
            <a:ext cx="2057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7E3F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seeds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Machine Learning - Stacking et Blending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2883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25/25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Master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- Stacking et Blending</dc:title>
  <dc:subject>AML - Stacking et Blending</dc:subject>
  <dc:creator>OpenAI</dc:creator>
  <cp:lastModifiedBy>OpenAI</cp:lastModifiedBy>
  <cp:revision>1</cp:revision>
  <dcterms:created xsi:type="dcterms:W3CDTF">2026-06-12T13:19:43Z</dcterms:created>
  <dcterms:modified xsi:type="dcterms:W3CDTF">2026-06-12T13:19:43Z</dcterms:modified>
</cp:coreProperties>
</file>